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594360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Intelligent Memory for</a:t>
            </a:r>
          </a:p>
          <a:p>
            <a:pPr algn="l"/>
            <a:r>
              <a:rPr sz="2400" b="0" i="0">
                <a:solidFill>
                  <a:srgbClr val="FFFFFF"/>
                </a:solidFill>
              </a:rPr>
              <a:t>Support &amp;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7772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5 real scenarios. One system that connects the dots.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822960"/>
            <a:ext cx="3200400" cy="777240"/>
          </a:xfrm>
          <a:prstGeom prst="rect">
            <a:avLst/>
          </a:prstGeom>
          <a:solidFill>
            <a:srgbClr val="223A5E"/>
          </a:solidFill>
          <a:ln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859536"/>
            <a:ext cx="640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859536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Repeat Caller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225296"/>
            <a:ext cx="28346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1">
                <a:solidFill>
                  <a:srgbClr val="DCFCE7"/>
                </a:solidFill>
              </a:rPr>
              <a:t>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783080"/>
            <a:ext cx="3200400" cy="777240"/>
          </a:xfrm>
          <a:prstGeom prst="rect">
            <a:avLst/>
          </a:prstGeom>
          <a:solidFill>
            <a:srgbClr val="223A5E"/>
          </a:solidFill>
          <a:ln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819656"/>
            <a:ext cx="640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819656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Team Storm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185416"/>
            <a:ext cx="28346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1">
                <a:solidFill>
                  <a:srgbClr val="DCFCE7"/>
                </a:solidFill>
              </a:rPr>
              <a:t>LOW–MEDIUM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743200"/>
            <a:ext cx="3200400" cy="777240"/>
          </a:xfrm>
          <a:prstGeom prst="rect">
            <a:avLst/>
          </a:prstGeom>
          <a:solidFill>
            <a:srgbClr val="223A5E"/>
          </a:solidFill>
          <a:ln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779776"/>
            <a:ext cx="640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779776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Fix That Wasn't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145536"/>
            <a:ext cx="28346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1">
                <a:solidFill>
                  <a:srgbClr val="FFF3CD"/>
                </a:solidFill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703320"/>
            <a:ext cx="3200400" cy="777240"/>
          </a:xfrm>
          <a:prstGeom prst="rect">
            <a:avLst/>
          </a:prstGeom>
          <a:solidFill>
            <a:srgbClr val="223A5E"/>
          </a:solidFill>
          <a:ln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739896"/>
            <a:ext cx="640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739896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Monday Crash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05656"/>
            <a:ext cx="28346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1">
                <a:solidFill>
                  <a:srgbClr val="FEE2E2"/>
                </a:solidFill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663440"/>
            <a:ext cx="3200400" cy="777240"/>
          </a:xfrm>
          <a:prstGeom prst="rect">
            <a:avLst/>
          </a:prstGeom>
          <a:solidFill>
            <a:srgbClr val="223A5E"/>
          </a:solidFill>
          <a:ln>
            <a:solidFill>
              <a:srgbClr val="2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4700016"/>
            <a:ext cx="6400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700016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Slow Boil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5065776"/>
            <a:ext cx="28346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1">
                <a:solidFill>
                  <a:srgbClr val="FEE2E2"/>
                </a:solidFill>
              </a:rPr>
              <a:t>VERY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91072"/>
            <a:ext cx="10972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0F2547"/>
                </a:solidFill>
              </a:rPr>
              <a:t>All demos run on real Kaggle data  ·  Self-hosted  ·  No data leaves your infra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Why support teams keep fighting the same fires every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50292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9903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0744"/>
            <a:ext cx="10789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F2547"/>
                </a:solidFill>
              </a:rPr>
              <a:t>Tickets don't talk to each 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56232"/>
            <a:ext cx="1078992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 customer calls 3 times about the same broken login. Each CSR sees only their own ticket. No one connects the pattern. No escalation. No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108960"/>
            <a:ext cx="50292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309067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72384"/>
            <a:ext cx="10789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F2547"/>
                </a:solidFill>
              </a:rPr>
              <a:t>Incidents get closed before they're actually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2"/>
            <a:ext cx="1078992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An incident is marked 'Resolved' at 09:00. By end of day 30 customers still can't log in. There is no link between the closed ticket and the open complaints.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800600"/>
            <a:ext cx="50292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782312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64024"/>
            <a:ext cx="10789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F2547"/>
                </a:solidFill>
              </a:rPr>
              <a:t>Trends go unnoticed until they become a crisis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39512"/>
            <a:ext cx="1078992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 ticket subcategory grows  2 → 4 → 7 → 12 → 19  over 5 days. No single day looks alarming. Day 7 projects to 89 — above SLA limit of 50. The signal was there. Nobody was looking at the right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How Ninai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Memory-native intelligence — each ticket runs a full agent pipeline before a human reads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06040" cy="160020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606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Memory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32888"/>
            <a:ext cx="26060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Tickets, incidents,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notes → structured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memory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320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F254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606040" cy="160020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606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Agent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32888"/>
            <a:ext cx="26060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17 specialist agents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run on each memory;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parallel enrichment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77440"/>
            <a:ext cx="320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F254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606040" cy="1600200"/>
          </a:xfrm>
          <a:prstGeom prst="rect">
            <a:avLst/>
          </a:prstGeom>
          <a:solidFill>
            <a:srgbClr val="0E7CB4"/>
          </a:solidFill>
          <a:ln>
            <a:solidFill>
              <a:srgbClr val="0E7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2606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Cross-Record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26060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Entity, timeline, 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credibility &amp; causal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chain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377440"/>
            <a:ext cx="320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0F254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606040" cy="1600200"/>
          </a:xfrm>
          <a:prstGeom prst="rect">
            <a:avLst/>
          </a:prstGeom>
          <a:solidFill>
            <a:srgbClr val="14532D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74519"/>
            <a:ext cx="2606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Briefing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32888"/>
            <a:ext cx="26060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CSR / SRE gets the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full picture before</a:t>
            </a:r>
          </a:p>
          <a:p>
            <a:pPr algn="ctr"/>
            <a:r>
              <a:rPr sz="1000" b="0" i="0">
                <a:solidFill>
                  <a:srgbClr val="FFFFFF"/>
                </a:solidFill>
              </a:rPr>
              <a:t>they press 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F2547"/>
                </a:solidFill>
              </a:rPr>
              <a:t>17 Specialist Agents: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1430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EntityResolution  ·  TemporalReasoning  ·  Credibility  ·  FeedbackIntegration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70832"/>
            <a:ext cx="11430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EpisodicGrouping  ·  SiloPropagation  ·  OrgAttention  ·  ConflictDetection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18304"/>
            <a:ext cx="11430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CausalReasoning  ·  AdaptiveConflictResolution  ·  AnomalyDetection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65776"/>
            <a:ext cx="11430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GoalDecomposition  ·  Playbook  ·  PredictiveMonitor  ·  AutonomousGoalGeneration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13248"/>
            <a:ext cx="11430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MetaCognitivePlanning  ·  NarrativeSynthesis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089904"/>
            <a:ext cx="14630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463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specialist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089904"/>
            <a:ext cx="14630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&lt; 2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6492240"/>
            <a:ext cx="1463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pipeline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6089904"/>
            <a:ext cx="14630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6492240"/>
            <a:ext cx="1463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complexity tiers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6089904"/>
            <a:ext cx="14630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SLA-aware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6492240"/>
            <a:ext cx="1463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089904"/>
            <a:ext cx="14630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4630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self-hosted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1: The Repeat Caller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LOW  ·  Emma Chen has called support 3× in 8 days about the same broken login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" y="1115568"/>
          <a:ext cx="11594592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60520"/>
                <a:gridCol w="423367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Without Ninai</a:t>
                      </a:r>
                    </a:p>
                  </a:txBody>
                  <a:tcPr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 Ninai  ✓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Is this a new issue?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Looks new — only this ticket is in view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No — this is contact #3 on the same unresolved login failure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Has this person called before?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No cross-ticket visibility in a standard portal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Yes — 3 calls in 8 days; all same root cause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Did the previous fix work?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no follow-up linked to this ticket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No — password reset (day 1) and cache clear (day 3) both failed within 3 days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How urgent is this?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Medium — that's the priority label on the form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CAUTION — repeat-failure pattern triggers escalation protocol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should the CSR do?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Start from scratch; attempt another basic reset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Escalate to L2 immediately. Do not attempt another band-aid fix.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2: The Team 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LOW–MEDIUM  ·  5 DevOps engineers file 8 separate tickets in one week — all converging on one root cause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" y="1115568"/>
          <a:ext cx="11594592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60520"/>
                <a:gridCol w="423367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Without Ninai</a:t>
                      </a:r>
                    </a:p>
                  </a:txBody>
                  <a:tcPr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 Ninai  ✓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Are these 8 tickets related?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each ticket looks isolated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Yes — all 8 grouped into episode DEVOPS-AUTH-CRISIS-2026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Is the DevOps team in crisis?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no team-level visibility in the portal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Yes — 5 of 5 DevOps members affected in 7 days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is the common cause?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each ticket describes a different symptom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Auth/cert expiry cascading: pipeline → cert → permissions → SSO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Who needs to be alerted urgently?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no cross-team escalation is triggered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VP Engineering + DevOps lead paged; status page updated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Should support or engineering own this?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Support handles each one; no signal to escalate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Engineering owns this; support closes with a P1 handoff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3: The Fix That Wasn't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MEDIUM  ·  Incident closed Monday. 4 customer tickets show it is still broken Thursday.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" y="1115568"/>
          <a:ext cx="11594592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60520"/>
                <a:gridCol w="423367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Without Ninai</a:t>
                      </a:r>
                    </a:p>
                  </a:txBody>
                  <a:tcPr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 Ninai  ✓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Was the incident really resolved?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Yes — ticket INC-2026-0318 is marked Closed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No — Ninai detected 2 contradictions between close note and live complaints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Why are customers still reporting failures?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these look like new, separate tickets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Key rotation applied to primary node only — replica us-east-1b still uses old key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is the actual root cause?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each ticket just says 'login fails'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LDAP users on replica → token validation failure → login loop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Who closed the incident incorrectly?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the DevOps team closed the ticket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Alex Rivera (DevOps) — rotation script skipped replica node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Who needs to be contacted right now?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no escalation target visible from the tickets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James Kim (security), Alex Rivera (DevOps), Oliver Smith (L2) — all 3 paged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4: The Monday Morning Crash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HIGH  ·  47 tickets in 2 hours. A human is still reading ticket #3.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694944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115568"/>
            <a:ext cx="429768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4023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0F2547"/>
                </a:solidFill>
              </a:rPr>
              <a:t>What Ninai did in &lt; 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411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1F2937"/>
                </a:solidFill>
              </a:rPr>
              <a:t>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19656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0F2547"/>
                </a:solidFill>
              </a:rPr>
              <a:t>Detected +292% anomaly vs 30-day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51176"/>
            <a:ext cx="411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1F2937"/>
                </a:solidFill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87752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0F2547"/>
                </a:solidFill>
              </a:rPr>
              <a:t>Identified company-wide scope — 3 departments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19272"/>
            <a:ext cx="411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1F2937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55848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0F2547"/>
                </a:solidFill>
              </a:rPr>
              <a:t>Matched playbook MAJOR-INCIDENT-RESPONSE-v3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411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1F2937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23944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0F2547"/>
                </a:solidFill>
              </a:rPr>
              <a:t>Decomposed into 5 subtasks; found blocker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855464"/>
            <a:ext cx="411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1F2937"/>
                </a:solidFill>
              </a:rPr>
              <a:t>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92040"/>
            <a:ext cx="347472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7F1D1D"/>
                </a:solidFill>
              </a:rPr>
              <a:t>Declared P1, paged infra on-call at 09:01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32120"/>
            <a:ext cx="6949440" cy="86868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65836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"47 individual complaints are one incident.</a:t>
            </a:r>
          </a:p>
          <a:p>
            <a:pPr algn="l"/>
            <a:r>
              <a:rPr sz="1100" b="0" i="1">
                <a:solidFill>
                  <a:srgbClr val="00B4D8"/>
                </a:solidFill>
              </a:rPr>
              <a:t>Ninai declared it before a human read ticket #3."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4: Monday Morning Crash — Response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HIGH  ·  Auth service authentication failure — 3 departments — Monday 09:00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" y="1115568"/>
          <a:ext cx="11594592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60520"/>
                <a:gridCol w="423367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Without Ninai</a:t>
                      </a:r>
                    </a:p>
                  </a:txBody>
                  <a:tcPr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 Ninai  ✓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is this queue of 47 tickets?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A busy Monday — read each one individually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+292% spike vs 12/day baseline (30-day avg) — this is a P1 incident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Is this normal volume for a Monday?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no historical baseline visible in the portal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No — 47 tickets in 2 hours vs 12/day average = +292% above normal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Which departments are affected?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each ticket is from one person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Engineering, Operations, Finance — all 3 departments, company-wide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should the on-call do first?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start reading and manually triage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Declare P1 and page infra on-call (blocking subtask #1 of 5)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Is there a playbook for this situation?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No automatic matching — on-call must recall from memory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MAJOR-INCIDENT-RESPONSE-v3 matched at 91% confidence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5: The Slow Boil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VERY HIGH / PREDICTIVE  ·  Detected on Day 3. Crisis would hit Day 7.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694944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115568"/>
            <a:ext cx="429768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4023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0F2547"/>
                </a:solidFill>
              </a:rPr>
              <a:t>Ninai's Proactive Warning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783080"/>
            <a:ext cx="100584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64792"/>
            <a:ext cx="1005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837944"/>
            <a:ext cx="28346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Ninai detects exponential trend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551176"/>
            <a:ext cx="100584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532888"/>
            <a:ext cx="1005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Day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606040"/>
            <a:ext cx="28346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Projected breach: 89 tickets (SLA = 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319272"/>
            <a:ext cx="100584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300984"/>
            <a:ext cx="1005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374136"/>
            <a:ext cx="28346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Lead time before the crisis hits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087368"/>
            <a:ext cx="100584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069080"/>
            <a:ext cx="1005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142232"/>
            <a:ext cx="28346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Human escalations that triggered this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855464"/>
            <a:ext cx="1005840" cy="50292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837176"/>
            <a:ext cx="1005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910328"/>
            <a:ext cx="28346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Prediction confidence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6949440" cy="82296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658368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"Ninai warned you on Day 3.</a:t>
            </a:r>
          </a:p>
          <a:p>
            <a:pPr algn="l"/>
            <a:r>
              <a:rPr sz="1100" b="0" i="1">
                <a:solidFill>
                  <a:srgbClr val="00B4D8"/>
                </a:solidFill>
              </a:rPr>
              <a:t>You had 4 days to fix it before it became a crisis."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Case 5: The Slow Boil — Prediction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Complexity: VERY HIGH / PREDICTIVE  ·  Storage/OS ticket trend: 2 → 4 → 7 → 12 → 19 over 5 days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" y="1115568"/>
          <a:ext cx="11594592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60520"/>
                <a:gridCol w="423367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Without Ninai</a:t>
                      </a:r>
                    </a:p>
                  </a:txBody>
                  <a:tcPr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With Ninai  ✓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Is this trend concerning?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No — no single day crosses an alert threshold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Yes — exponential growth at 1.9× velocity per 1.5 days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When will it become a crisis?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no forecasting in the ticket portal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Day 7: projected 89 tickets — SLA breach in 4 days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Was any alert generated?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No — no SLA threshold crossed yet on any individual day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Yes — AutonomousGoalGenerationAgent raised proactive investigation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should the team do today?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Continue processing the normal support queue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Investigate storage/OS health + check this week's OS patches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</a:rPr>
                        <a:t>What is the root cause hypothesis?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7F1D1D"/>
                          </a:solidFill>
                        </a:rPr>
                        <a:t>Unknown — tickets list many different symptoms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532D"/>
                          </a:solidFill>
                        </a:rPr>
                        <a:t>Storage subsystem + recent OS patches — 78% confidence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2801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73152"/>
            <a:ext cx="86868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All 5 Cases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6928"/>
            <a:ext cx="9601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From a repeat caller to a company-wide crash — one intelligence layer handles them all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15568"/>
          <a:ext cx="11640312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2286000"/>
                <a:gridCol w="3291840"/>
                <a:gridCol w="267919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Key Agents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What Ninai Detects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anchor="ctr">
                    <a:solidFill>
                      <a:srgbClr val="0F254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Case 1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The Repeat Caller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532D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EntityResolution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Temporal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Credibility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Feedback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3rd contact on same unresolved issue — prior fixes failed; escalation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Escalated to L2 before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CSR opens the 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Case 2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The Team Storm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532D"/>
                          </a:solidFill>
                        </a:rPr>
                        <a:t>LOW–MEDIUM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EpisodicGrouping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SiloPropagation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OrgAttention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8 isolated DevOps tickets grouped into 1 auth/cert cascade episode (5 engineers)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VP Engineering paged;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P1 incident opened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Case 3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The Fix That Wasn't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C25500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ConflictDetect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Credibility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CausalReasoning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AdaptiveConflict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2 contradictions between 'Closed' incident and 4 live customer complaints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Incident reopened;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3 teams simultaneously paged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Case 4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Monday Crash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F1D1D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AnomalyDetect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Temporal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OrgAttention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GoalDecomp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Playbook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+292% auth ticket spike; company-wide scope; P1 playbook matched at 91%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P1 declared at 09:01 AM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(ticket #1 of 47)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Case 5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Slow Boil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F1D1D"/>
                          </a:solidFill>
                        </a:rPr>
                        <a:t>VERY HIGH</a:t>
                      </a:r>
                    </a:p>
                    <a:p>
                      <a:pPr algn="l"/>
                      <a:r>
                        <a:rPr sz="1000" b="1" i="0">
                          <a:solidFill>
                            <a:srgbClr val="7F1D1D"/>
                          </a:solidFill>
                        </a:rPr>
                        <a:t>PREDICTIVE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Temporal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PredictiveMonitor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AutonomousGoal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MetaCognitive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Exponential trend on Day 3; SLA breach projected Day 7 (89 vs limit 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4-day early warning;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</a:rPr>
                        <a:t>proactive goal raised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547"/>
          </a:solidFill>
          <a:ln>
            <a:solidFill>
              <a:srgbClr val="0F2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50292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400" b="1" i="0">
                <a:solidFill>
                  <a:srgbClr val="00B4D8"/>
                </a:solidFill>
              </a:rPr>
              <a:t>ninai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86868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Memory-native intelligence for ops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96012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Self-hosted — your data never leaves your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96012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17 specialist agents — every ticket runs a full intelligence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96012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SLA-aware predictions — warns you before the threshold is crossed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96012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Connects tickets, incidents and internal notes across all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51960"/>
            <a:ext cx="96012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REST API — integrates with any ticket system in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13248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F2547"/>
                </a:solidFill>
              </a:rPr>
              <a:t>All 5 demo cases run end-to-end in under 10 seconds on local hardware  ·  Open source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70448"/>
            <a:ext cx="111556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 i="1">
                <a:solidFill>
                  <a:srgbClr val="0F2547"/>
                </a:solidFill>
              </a:rPr>
              <a:t>Try the live notebook demo  ·  Ask for a walkthrough of any case  ·  apache-2.0 licensed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